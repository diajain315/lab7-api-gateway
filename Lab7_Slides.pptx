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12188952" cy="54864"/>
          </a:xfrm>
          <a:prstGeom prst="rect">
            <a:avLst/>
          </a:prstGeom>
          <a:solidFill>
            <a:srgbClr val="2E6F9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Gateway, Service Discovery &amp; Cloud Deployment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•  Service Discovery  •  Cloud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gateway real, decouple service locations, go to the cloud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real API Gateway in front of the Lab 6 microservices, externalize service locations into configuration instead of hard-coding them (lightweight service discovery), and deploy the whole containerized system to the cloud so it's reachable over the internet.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2F4F7"/>
          </a:solidFill>
          <a:ln w="12700">
            <a:solidFill>
              <a:srgbClr val="22293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Postman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public address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7432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1E9FA"/>
          </a:solidFill>
          <a:ln w="12700">
            <a:solidFill>
              <a:srgbClr val="8A4FB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246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logging,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27432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EAF1F6"/>
          </a:solidFill>
          <a:ln w="12700">
            <a:solidFill>
              <a:srgbClr val="2E6F95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/ Config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3246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URLs 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2743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7F7EE"/>
          </a:solidFill>
          <a:ln w="12700">
            <a:solidFill>
              <a:srgbClr val="13AA5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0" y="2880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A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User/Product/Order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network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3108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3108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is public; the microservices and database stay inside the Docker network / cloud VPC.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Build a Real API Gateway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point, no business logic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1E9F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109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5740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api-gateway service in your existing tech stack.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/users/* → User Service, /products/* → Product Service, /orders/* → Order Service.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GET /health endpoint reporting the gateway is running.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basic request logging: method, path, target service, response status.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error handling: unreachable service → clean 502/503, not a hang or crash.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gateway's port is exposed externally — services stay inside the Docker network.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84632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4632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 </a:t>
            </a:r>
            <a:pPr indent="0" marL="0">
              <a:buNone/>
            </a:pPr>
            <a:r>
              <a:rPr lang="en-US" sz="1150" dirty="0">
                <a:solidFill>
                  <a:srgbClr val="5C3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introduce an API Gateway instead of letting clients call each service directly?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Service Discovery (Configuration-Based)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 locations instead of hard-coding them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137160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config (this lab)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USER_SERVICE_URL, PRODUCT_SERVICE_URL, ORDER_SERVICE_URL as env vars / a config file.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reads this config at startup to build its routing table.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 reference the config values — never literal hard-coded URLs.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&amp; compare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9202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it: change a service's URL/port via config only — no code change — and confirm routing still works.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README, contrast this static approach with dynamic discovery (Consul, Eureka, Kubernetes DNS).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dynamic registry add that a static config file cannot?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— Cloud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gateway and services to the internet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7F3F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109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57400"/>
            <a:ext cx="10424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platform that runs Docker containers: Render, Railway, Fly.io, or a free-tier AWS/GCP/Azure option.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API Gateway and the three microservices as containers on that platform.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cloud environment variables (service URLs, MongoDB Atlas URI) the same config-driven way as Part B.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API Gateway has a public URL reachable from outside your machine.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Postman tests against the public gateway URL — not localhost.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0292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029200"/>
            <a:ext cx="10561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free tier?  </a:t>
            </a:r>
            <a:pPr indent="0" marL="0">
              <a:buNone/>
            </a:pPr>
            <a:r>
              <a:rPr lang="en-US" sz="1150" dirty="0">
                <a:solidFill>
                  <a:srgbClr val="5C3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gateway + at least one complete working chain, and document the limitation clearly.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gateway, private services, cloud database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576072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Reachable From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/ Postman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Sends requests to one public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Routes /users, /products, /orders; logging; error handling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 (public)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/ Product / Order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business logic and own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network only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Atlas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storage per service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Services (via connection string)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Postman → API Gateway → User / Product / Order Services → MongoDB Atlas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Docker network boundary sits around the three services — only the gateway crosses it publicly.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Endpoints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resource design as Lab 6 — now behind one entry point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3657600"/>
        </p:xfrm>
        <a:graphic>
          <a:graphicData uri="http://schemas.openxmlformats.org/drawingml/2006/table">
            <a:tbl>
              <a:tblPr/>
              <a:tblGrid>
                <a:gridCol w="4754880"/>
                <a:gridCol w="3200400"/>
                <a:gridCol w="3200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Path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Routed 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/users, /users/{id}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/users/101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POST/PUT/DELETE /users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/users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/products, /products/{id}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/products/501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POST/PUT/DELETE /products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/products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/orders, GET /orders, /orders/{id}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 /orders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/health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itself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9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proxying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Procedure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36245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Lab 6 User, Product, Order services run via Docker Compose.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213969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gateway's routing table (path prefix → service).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291693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the api-gateway service.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" y="369417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 service locations into env vars / config (discovery layer).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" y="447141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reverse-proxy routes using that config.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30352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303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3272" y="524865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GET /health, request logging, 502/503 error handling.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41732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136245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gateway to docker-compose.yml; expose only its port.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19456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93992" y="213969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locally in Postman, including an unreachable-service case.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97180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93992" y="291693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cloud platform; deploy gateway + microservices.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74904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93992" y="369417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cloud env vars (service URLs, MongoDB Atlas URI).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384048" cy="384048"/>
          </a:xfrm>
          <a:prstGeom prst="ellipse">
            <a:avLst/>
          </a:prstGeom>
          <a:solidFill>
            <a:srgbClr val="2E6F95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93992" y="447141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 via the public gateway URL; update README with architecture and deployment notes.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submit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+ Dockerfile for api-gateway, plus the Lab 6 services.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docker-compose.yml — only the gateway's port exposed externally.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registry / config showing no hard-coded URLs in route code.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evidence: gateway routes, /health check, 502/503 test, and the same tests re-run on the public cloud URL.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6916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evidence: platform used, public gateway URL, config screenshots.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README.md — architecture diagram, gateway + discovery discussion answers, deployment steps.</a:t>
            </a:r>
            <a:endParaRPr lang="en-US" sz="1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reflection (5–8 lines): what the gateway and cloud deployment changed vs. Lab 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Checklist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2014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1E9FA"/>
          </a:solidFill>
          <a:ln w="12700">
            <a:solidFill>
              <a:srgbClr val="8A4FB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755648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2331720"/>
            <a:ext cx="224942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all 3 services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/health implemented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+ 502/503 handling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AF1F6"/>
          </a:solidFill>
          <a:ln w="12700">
            <a:solidFill>
              <a:srgbClr val="2E6F95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84448" y="1755648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Discovery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84448" y="2331720"/>
            <a:ext cx="224942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in env vars/config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hard-coded URLs in code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 dynamic discussed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7F3F8"/>
          </a:solidFill>
          <a:ln w="12700">
            <a:solidFill>
              <a:srgbClr val="0B7FA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755648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64808" y="2331720"/>
            <a:ext cx="224942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chosen &amp; deployed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 set for cloud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gateway URL reachable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0" y="155448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7F7EE"/>
          </a:solidFill>
          <a:ln w="12700">
            <a:solidFill>
              <a:srgbClr val="13AA5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45168" y="1755648"/>
            <a:ext cx="2249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A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45168" y="2331720"/>
            <a:ext cx="224942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Postman: routes + health + 502/503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screenshots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2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README.md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02920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2700">
            <a:solidFill>
              <a:srgbClr val="E8C8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920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pPr indent="0" marL="0">
              <a:buNone/>
            </a:pPr>
            <a:r>
              <a:rPr lang="en-US" sz="1150" dirty="0">
                <a:solidFill>
                  <a:srgbClr val="5C3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Lab 6 resource design and status codes unchanged — this lab adds a gateway, discovery config and cloud deployment, it does not redesign the microservices.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Services &amp; SOA Laboratory  •  Lab 7  •  API Gateway, Service Discovery &amp; Cloud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2026-09-21T09:02:18Z</dcterms:created>
  <dcterms:modified xsi:type="dcterms:W3CDTF">2026-09-21T09:02:18Z</dcterms:modified>
</cp:coreProperties>
</file>